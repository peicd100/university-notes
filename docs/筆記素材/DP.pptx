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90" y="-5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CEEEE9-F5C4-7D43-F817-24F08F6FE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38CD3D6-C228-E0C4-6853-76582B02E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D756E1-C3AE-5069-AFD6-334F16A5E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2EF60-46DA-485F-BC0F-644A9AD35AD4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2F5B93-075A-B812-0F5A-CF816302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6AC5802-8FA8-A746-1374-817B0C44C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EAD3-95E7-45EA-8451-B48A638DD3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799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BF8F10-D9A9-358A-B696-15A4D819A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94C1AB-36B6-0488-5EDB-03E2F150C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9E7E21-5E2C-75D3-85A3-D1D0D9120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2EF60-46DA-485F-BC0F-644A9AD35AD4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E7BF59-0D0F-5C7C-5C13-003544093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7B38EE-1A92-EDD7-F2B9-CAC77CB3E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EAD3-95E7-45EA-8451-B48A638DD3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2332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43ED37-95F8-BB82-CE16-FA45AFFE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63FF484-8BAD-73AF-94BA-057702C42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3E345E-D7C0-1521-3604-431924B1C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2EF60-46DA-485F-BC0F-644A9AD35AD4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7880D2-1E93-D603-BBB6-3E0A37761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8BF3997-7D54-165A-578B-6F09F7548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EAD3-95E7-45EA-8451-B48A638DD3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0057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75DFE2-77A0-3771-D60D-8E9CF56FA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F988BC-8E3B-B0D0-8F9B-D62EB1E720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C6FAA78-20DD-48C0-759D-15B1B81E5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106E68D-D9CA-07CF-5BCD-0F47A71A3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2EF60-46DA-485F-BC0F-644A9AD35AD4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E89E9B3-3338-E106-D8D6-0F337D3D7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04BE9E7-3BFB-EB71-8024-FF112F92B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EAD3-95E7-45EA-8451-B48A638DD3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8407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2D1A48-C5E5-A31F-95C0-BA8827C07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ACD8E0-5982-9B6D-EC0A-B6E7D405B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3C6C3CD-0C7C-313E-CF86-382F94D97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0D6A15A-717B-12ED-3E71-1B1B7607B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16B5987-2945-45D0-2AC8-ACFAFCF31F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A9DF262-6CE3-B480-8B01-8CC964EDE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2EF60-46DA-485F-BC0F-644A9AD35AD4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1B83799-B972-C94B-DBD4-D0BA3B81D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015879F-4393-7A00-5E69-946DD7759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EAD3-95E7-45EA-8451-B48A638DD3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4682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90D6C9-5054-63E1-BE63-B852A888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1B843A3-01A9-9BD2-3239-60697ED18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2EF60-46DA-485F-BC0F-644A9AD35AD4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08C362C-5837-C9D2-BF68-7F06270F4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815DA07-93CB-A5C3-C6D0-F9FD8EC2C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EAD3-95E7-45EA-8451-B48A638DD3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7006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D12B333-8FAC-115F-9B4A-51C787E26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2EF60-46DA-485F-BC0F-644A9AD35AD4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563AB7E-AF1A-0666-5DA6-BFF28AC6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8B85C8-10F9-6785-3CA8-A6D1CFBF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EAD3-95E7-45EA-8451-B48A638DD3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674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D289C0-AC7E-F50A-2BAC-88A1B36D4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93593E-42A8-9876-4CA4-4E8328DE3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EA45E88-BE76-8FCC-DF34-11A2625B8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F21B123-3678-38D7-67EC-2582DF49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2EF60-46DA-485F-BC0F-644A9AD35AD4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AEB7730-0153-6B9A-C2AE-465A40E9D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D0C384-20BB-B03F-EFB3-0EEA253A6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EAD3-95E7-45EA-8451-B48A638DD3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86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8AA2AE-A493-04D8-50F3-8B59C29D9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7BA07FA-F2DE-0419-C603-13D7A76B88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0027F59-C820-E08F-877E-E748B1C1EF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1180B00-7E10-B07C-FA96-08385A51C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2EF60-46DA-485F-BC0F-644A9AD35AD4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49172DF-9E6D-560B-28BF-D79719AF7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0402833-3A3E-4DA3-7C9A-EAA851943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EAD3-95E7-45EA-8451-B48A638DD3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3445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23A853-B6B8-4A18-3AFB-FAE5DA51A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DA5F071-F59B-8296-3149-B10A59091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146ADD-4AB3-AA97-55E4-715ACE2F0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2EF60-46DA-485F-BC0F-644A9AD35AD4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5055926-EBDD-1E86-1FF6-048889F52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C30FA2-E844-632B-5967-33AA0B68A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EAD3-95E7-45EA-8451-B48A638DD3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0647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55989B8-DA14-F22F-A7FD-8B582E4E9F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350608C-0C39-B64C-2D5D-3D5E0F5A7C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1CEF684-9BD2-EB64-B7C1-75A9AFE6A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2EF60-46DA-485F-BC0F-644A9AD35AD4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7DCF73-7499-08F2-D345-F1A706624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B98316-F879-A3F2-026A-AC0BE4B3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EAD3-95E7-45EA-8451-B48A638DD3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2004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B3FC609-D00A-2596-E215-0AA4086FF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5943583-3B00-FEBD-4E11-620FE7C4E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CE66D5-7F14-19FD-20D8-E55CF3D26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2EF60-46DA-485F-BC0F-644A9AD35AD4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B048D3-A128-27FB-C1C8-49B5F9D9B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01DE2C-8522-2D60-3704-F6B54A6DA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6EAD3-95E7-45EA-8451-B48A638DD3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7765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E1D347E-95A6-9C90-2FB8-8C0591E97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564610"/>
              </p:ext>
            </p:extLst>
          </p:nvPr>
        </p:nvGraphicFramePr>
        <p:xfrm>
          <a:off x="426720" y="719666"/>
          <a:ext cx="11025056" cy="5280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008">
                  <a:extLst>
                    <a:ext uri="{9D8B030D-6E8A-4147-A177-3AD203B41FA5}">
                      <a16:colId xmlns:a16="http://schemas.microsoft.com/office/drawing/2014/main" val="2845274921"/>
                    </a:ext>
                  </a:extLst>
                </a:gridCol>
                <a:gridCol w="1575008">
                  <a:extLst>
                    <a:ext uri="{9D8B030D-6E8A-4147-A177-3AD203B41FA5}">
                      <a16:colId xmlns:a16="http://schemas.microsoft.com/office/drawing/2014/main" val="68535381"/>
                    </a:ext>
                  </a:extLst>
                </a:gridCol>
                <a:gridCol w="1575008">
                  <a:extLst>
                    <a:ext uri="{9D8B030D-6E8A-4147-A177-3AD203B41FA5}">
                      <a16:colId xmlns:a16="http://schemas.microsoft.com/office/drawing/2014/main" val="2623101783"/>
                    </a:ext>
                  </a:extLst>
                </a:gridCol>
                <a:gridCol w="1575008">
                  <a:extLst>
                    <a:ext uri="{9D8B030D-6E8A-4147-A177-3AD203B41FA5}">
                      <a16:colId xmlns:a16="http://schemas.microsoft.com/office/drawing/2014/main" val="3430599278"/>
                    </a:ext>
                  </a:extLst>
                </a:gridCol>
                <a:gridCol w="1575008">
                  <a:extLst>
                    <a:ext uri="{9D8B030D-6E8A-4147-A177-3AD203B41FA5}">
                      <a16:colId xmlns:a16="http://schemas.microsoft.com/office/drawing/2014/main" val="240385879"/>
                    </a:ext>
                  </a:extLst>
                </a:gridCol>
                <a:gridCol w="1575008">
                  <a:extLst>
                    <a:ext uri="{9D8B030D-6E8A-4147-A177-3AD203B41FA5}">
                      <a16:colId xmlns:a16="http://schemas.microsoft.com/office/drawing/2014/main" val="1821219444"/>
                    </a:ext>
                  </a:extLst>
                </a:gridCol>
                <a:gridCol w="1575008">
                  <a:extLst>
                    <a:ext uri="{9D8B030D-6E8A-4147-A177-3AD203B41FA5}">
                      <a16:colId xmlns:a16="http://schemas.microsoft.com/office/drawing/2014/main" val="3186029566"/>
                    </a:ext>
                  </a:extLst>
                </a:gridCol>
              </a:tblGrid>
              <a:tr h="880090"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76651"/>
                  </a:ext>
                </a:extLst>
              </a:tr>
              <a:tr h="880090"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696660"/>
                  </a:ext>
                </a:extLst>
              </a:tr>
              <a:tr h="880090"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pl-PL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 i - 1 ][j - w[i]]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dp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[i-1][j]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972295"/>
                  </a:ext>
                </a:extLst>
              </a:tr>
              <a:tr h="880090"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dp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zh-TW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][j]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229141"/>
                  </a:ext>
                </a:extLst>
              </a:tr>
              <a:tr h="880090"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573211"/>
                  </a:ext>
                </a:extLst>
              </a:tr>
              <a:tr h="880090"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635368"/>
                  </a:ext>
                </a:extLst>
              </a:tr>
            </a:tbl>
          </a:graphicData>
        </a:graphic>
      </p:graphicFrame>
      <p:sp>
        <p:nvSpPr>
          <p:cNvPr id="8" name="箭號: 圓形 7">
            <a:extLst>
              <a:ext uri="{FF2B5EF4-FFF2-40B4-BE49-F238E27FC236}">
                <a16:creationId xmlns:a16="http://schemas.microsoft.com/office/drawing/2014/main" id="{4CF0B140-D7CE-75C8-EA8B-552D38BEBFD5}"/>
              </a:ext>
            </a:extLst>
          </p:cNvPr>
          <p:cNvSpPr/>
          <p:nvPr/>
        </p:nvSpPr>
        <p:spPr>
          <a:xfrm rot="5752024" flipV="1">
            <a:off x="6262013" y="2298969"/>
            <a:ext cx="1109514" cy="1650274"/>
          </a:xfrm>
          <a:prstGeom prst="circular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EBBCD41C-C072-187C-5F4B-53CB6B0E77FE}"/>
              </a:ext>
            </a:extLst>
          </p:cNvPr>
          <p:cNvSpPr/>
          <p:nvPr/>
        </p:nvSpPr>
        <p:spPr>
          <a:xfrm rot="962586">
            <a:off x="4417960" y="3602359"/>
            <a:ext cx="2346193" cy="276292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80B3B77-F183-1336-F6E7-ED1117A7CA22}"/>
              </a:ext>
            </a:extLst>
          </p:cNvPr>
          <p:cNvSpPr txBox="1"/>
          <p:nvPr/>
        </p:nvSpPr>
        <p:spPr>
          <a:xfrm>
            <a:off x="6292301" y="3555839"/>
            <a:ext cx="928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取</a:t>
            </a:r>
            <a:r>
              <a:rPr lang="en-US" altLang="zh-TW" dirty="0"/>
              <a:t>MAX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77197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54689-8BB4-EA82-DA6B-4574080E3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7C9E3D0-F9B3-DEE1-903A-B714BFD4E8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317087"/>
              </p:ext>
            </p:extLst>
          </p:nvPr>
        </p:nvGraphicFramePr>
        <p:xfrm>
          <a:off x="426720" y="719666"/>
          <a:ext cx="11025056" cy="5280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008">
                  <a:extLst>
                    <a:ext uri="{9D8B030D-6E8A-4147-A177-3AD203B41FA5}">
                      <a16:colId xmlns:a16="http://schemas.microsoft.com/office/drawing/2014/main" val="2845274921"/>
                    </a:ext>
                  </a:extLst>
                </a:gridCol>
                <a:gridCol w="1575008">
                  <a:extLst>
                    <a:ext uri="{9D8B030D-6E8A-4147-A177-3AD203B41FA5}">
                      <a16:colId xmlns:a16="http://schemas.microsoft.com/office/drawing/2014/main" val="68535381"/>
                    </a:ext>
                  </a:extLst>
                </a:gridCol>
                <a:gridCol w="1575008">
                  <a:extLst>
                    <a:ext uri="{9D8B030D-6E8A-4147-A177-3AD203B41FA5}">
                      <a16:colId xmlns:a16="http://schemas.microsoft.com/office/drawing/2014/main" val="2623101783"/>
                    </a:ext>
                  </a:extLst>
                </a:gridCol>
                <a:gridCol w="1575008">
                  <a:extLst>
                    <a:ext uri="{9D8B030D-6E8A-4147-A177-3AD203B41FA5}">
                      <a16:colId xmlns:a16="http://schemas.microsoft.com/office/drawing/2014/main" val="3430599278"/>
                    </a:ext>
                  </a:extLst>
                </a:gridCol>
                <a:gridCol w="1575008">
                  <a:extLst>
                    <a:ext uri="{9D8B030D-6E8A-4147-A177-3AD203B41FA5}">
                      <a16:colId xmlns:a16="http://schemas.microsoft.com/office/drawing/2014/main" val="240385879"/>
                    </a:ext>
                  </a:extLst>
                </a:gridCol>
                <a:gridCol w="1575008">
                  <a:extLst>
                    <a:ext uri="{9D8B030D-6E8A-4147-A177-3AD203B41FA5}">
                      <a16:colId xmlns:a16="http://schemas.microsoft.com/office/drawing/2014/main" val="1821219444"/>
                    </a:ext>
                  </a:extLst>
                </a:gridCol>
                <a:gridCol w="1575008">
                  <a:extLst>
                    <a:ext uri="{9D8B030D-6E8A-4147-A177-3AD203B41FA5}">
                      <a16:colId xmlns:a16="http://schemas.microsoft.com/office/drawing/2014/main" val="3186029566"/>
                    </a:ext>
                  </a:extLst>
                </a:gridCol>
              </a:tblGrid>
              <a:tr h="880090"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76651"/>
                  </a:ext>
                </a:extLst>
              </a:tr>
              <a:tr h="880090"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696660"/>
                  </a:ext>
                </a:extLst>
              </a:tr>
              <a:tr h="880090"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dp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[i-1][j]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972295"/>
                  </a:ext>
                </a:extLst>
              </a:tr>
              <a:tr h="880090"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pl-PL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 i - 1 ][j - w[i]]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dp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zh-TW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][j]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229141"/>
                  </a:ext>
                </a:extLst>
              </a:tr>
              <a:tr h="880090"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573211"/>
                  </a:ext>
                </a:extLst>
              </a:tr>
              <a:tr h="880090"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635368"/>
                  </a:ext>
                </a:extLst>
              </a:tr>
            </a:tbl>
          </a:graphicData>
        </a:graphic>
      </p:graphicFrame>
      <p:sp>
        <p:nvSpPr>
          <p:cNvPr id="8" name="箭號: 圓形 7">
            <a:extLst>
              <a:ext uri="{FF2B5EF4-FFF2-40B4-BE49-F238E27FC236}">
                <a16:creationId xmlns:a16="http://schemas.microsoft.com/office/drawing/2014/main" id="{4ED53A48-A9AD-A8EF-C1B5-E0278AC5E3A1}"/>
              </a:ext>
            </a:extLst>
          </p:cNvPr>
          <p:cNvSpPr/>
          <p:nvPr/>
        </p:nvSpPr>
        <p:spPr>
          <a:xfrm rot="5752024" flipV="1">
            <a:off x="6262013" y="2298969"/>
            <a:ext cx="1109514" cy="1650274"/>
          </a:xfrm>
          <a:prstGeom prst="circular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2A236163-688E-F296-906C-5E05CAE1A344}"/>
              </a:ext>
            </a:extLst>
          </p:cNvPr>
          <p:cNvSpPr/>
          <p:nvPr/>
        </p:nvSpPr>
        <p:spPr>
          <a:xfrm>
            <a:off x="4986980" y="3878584"/>
            <a:ext cx="1825440" cy="276292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D4332D1-EE62-CE05-03CE-156345055B07}"/>
              </a:ext>
            </a:extLst>
          </p:cNvPr>
          <p:cNvSpPr txBox="1"/>
          <p:nvPr/>
        </p:nvSpPr>
        <p:spPr>
          <a:xfrm>
            <a:off x="6292301" y="3555839"/>
            <a:ext cx="928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取</a:t>
            </a:r>
            <a:r>
              <a:rPr lang="en-US" altLang="zh-TW" dirty="0"/>
              <a:t>MAX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9882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659F6-73D1-AA10-5E9A-05C2E5E8B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7F0EAD9-B5AF-8E36-9CF9-3C5B195F3856}"/>
              </a:ext>
            </a:extLst>
          </p:cNvPr>
          <p:cNvGraphicFramePr>
            <a:graphicFrameLocks noGrp="1"/>
          </p:cNvGraphicFramePr>
          <p:nvPr/>
        </p:nvGraphicFramePr>
        <p:xfrm>
          <a:off x="426720" y="719666"/>
          <a:ext cx="11025056" cy="5280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008">
                  <a:extLst>
                    <a:ext uri="{9D8B030D-6E8A-4147-A177-3AD203B41FA5}">
                      <a16:colId xmlns:a16="http://schemas.microsoft.com/office/drawing/2014/main" val="2845274921"/>
                    </a:ext>
                  </a:extLst>
                </a:gridCol>
                <a:gridCol w="1575008">
                  <a:extLst>
                    <a:ext uri="{9D8B030D-6E8A-4147-A177-3AD203B41FA5}">
                      <a16:colId xmlns:a16="http://schemas.microsoft.com/office/drawing/2014/main" val="68535381"/>
                    </a:ext>
                  </a:extLst>
                </a:gridCol>
                <a:gridCol w="1575008">
                  <a:extLst>
                    <a:ext uri="{9D8B030D-6E8A-4147-A177-3AD203B41FA5}">
                      <a16:colId xmlns:a16="http://schemas.microsoft.com/office/drawing/2014/main" val="2623101783"/>
                    </a:ext>
                  </a:extLst>
                </a:gridCol>
                <a:gridCol w="1575008">
                  <a:extLst>
                    <a:ext uri="{9D8B030D-6E8A-4147-A177-3AD203B41FA5}">
                      <a16:colId xmlns:a16="http://schemas.microsoft.com/office/drawing/2014/main" val="3430599278"/>
                    </a:ext>
                  </a:extLst>
                </a:gridCol>
                <a:gridCol w="1575008">
                  <a:extLst>
                    <a:ext uri="{9D8B030D-6E8A-4147-A177-3AD203B41FA5}">
                      <a16:colId xmlns:a16="http://schemas.microsoft.com/office/drawing/2014/main" val="240385879"/>
                    </a:ext>
                  </a:extLst>
                </a:gridCol>
                <a:gridCol w="1575008">
                  <a:extLst>
                    <a:ext uri="{9D8B030D-6E8A-4147-A177-3AD203B41FA5}">
                      <a16:colId xmlns:a16="http://schemas.microsoft.com/office/drawing/2014/main" val="1821219444"/>
                    </a:ext>
                  </a:extLst>
                </a:gridCol>
                <a:gridCol w="1575008">
                  <a:extLst>
                    <a:ext uri="{9D8B030D-6E8A-4147-A177-3AD203B41FA5}">
                      <a16:colId xmlns:a16="http://schemas.microsoft.com/office/drawing/2014/main" val="3186029566"/>
                    </a:ext>
                  </a:extLst>
                </a:gridCol>
              </a:tblGrid>
              <a:tr h="880090"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76651"/>
                  </a:ext>
                </a:extLst>
              </a:tr>
              <a:tr h="880090"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696660"/>
                  </a:ext>
                </a:extLst>
              </a:tr>
              <a:tr h="880090"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dp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[i-1][j]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972295"/>
                  </a:ext>
                </a:extLst>
              </a:tr>
              <a:tr h="880090"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pl-PL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 i - 1 ][j - w[i]]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dp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zh-TW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][j]</a:t>
                      </a:r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229141"/>
                  </a:ext>
                </a:extLst>
              </a:tr>
              <a:tr h="880090"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573211"/>
                  </a:ext>
                </a:extLst>
              </a:tr>
              <a:tr h="880090"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635368"/>
                  </a:ext>
                </a:extLst>
              </a:tr>
            </a:tbl>
          </a:graphicData>
        </a:graphic>
      </p:graphicFrame>
      <p:sp>
        <p:nvSpPr>
          <p:cNvPr id="8" name="箭號: 圓形 7">
            <a:extLst>
              <a:ext uri="{FF2B5EF4-FFF2-40B4-BE49-F238E27FC236}">
                <a16:creationId xmlns:a16="http://schemas.microsoft.com/office/drawing/2014/main" id="{98B8F48A-182E-F46A-5417-F48E90617C1B}"/>
              </a:ext>
            </a:extLst>
          </p:cNvPr>
          <p:cNvSpPr/>
          <p:nvPr/>
        </p:nvSpPr>
        <p:spPr>
          <a:xfrm rot="5752024" flipV="1">
            <a:off x="6262013" y="2298969"/>
            <a:ext cx="1109514" cy="1650274"/>
          </a:xfrm>
          <a:prstGeom prst="circular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641C6E7F-1955-6CFF-FFDF-B81C1FBF6EC4}"/>
              </a:ext>
            </a:extLst>
          </p:cNvPr>
          <p:cNvSpPr/>
          <p:nvPr/>
        </p:nvSpPr>
        <p:spPr>
          <a:xfrm>
            <a:off x="4986980" y="3878584"/>
            <a:ext cx="1825440" cy="276292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AF6E2BA-6891-F464-0D3A-5D58552B8841}"/>
              </a:ext>
            </a:extLst>
          </p:cNvPr>
          <p:cNvSpPr txBox="1"/>
          <p:nvPr/>
        </p:nvSpPr>
        <p:spPr>
          <a:xfrm>
            <a:off x="5402580" y="3575638"/>
            <a:ext cx="1622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方法數相加</a:t>
            </a:r>
          </a:p>
        </p:txBody>
      </p:sp>
    </p:spTree>
    <p:extLst>
      <p:ext uri="{BB962C8B-B14F-4D97-AF65-F5344CB8AC3E}">
        <p14:creationId xmlns:p14="http://schemas.microsoft.com/office/powerpoint/2010/main" val="2992311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82</Words>
  <Application>Microsoft Office PowerPoint</Application>
  <PresentationFormat>寬螢幕</PresentationFormat>
  <Paragraphs>12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彥翰 陳</dc:creator>
  <cp:lastModifiedBy>彥翰 陳</cp:lastModifiedBy>
  <cp:revision>2</cp:revision>
  <dcterms:created xsi:type="dcterms:W3CDTF">2026-06-18T01:33:06Z</dcterms:created>
  <dcterms:modified xsi:type="dcterms:W3CDTF">2026-06-18T01:43:56Z</dcterms:modified>
</cp:coreProperties>
</file>